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6" d="100"/>
          <a:sy n="86" d="100"/>
        </p:scale>
        <p:origin x="636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9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9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DHANASEELAN R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Car Market Trends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00106D-3731-B781-09C2-DABDC1F1091E}"/>
              </a:ext>
            </a:extLst>
          </p:cNvPr>
          <p:cNvSpPr txBox="1"/>
          <p:nvPr/>
        </p:nvSpPr>
        <p:spPr>
          <a:xfrm>
            <a:off x="6534615" y="2988527"/>
            <a:ext cx="29996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STU6a6ccd17eea6d1785515287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677" y="2102230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Dynamic Resale Market: Used car prices fluctuate significantly across multi-dimensional parameters including manufacturing year, distance driven, fuel category, and transmission type.</a:t>
            </a:r>
            <a:br>
              <a:rPr lang="en-IN" sz="2800" dirty="0"/>
            </a:br>
            <a:endParaRPr lang="en-IN" sz="2800" dirty="0"/>
          </a:p>
          <a:p>
            <a:pPr>
              <a:lnSpc>
                <a:spcPct val="100000"/>
              </a:lnSpc>
            </a:pPr>
            <a:r>
              <a:rPr lang="en-IN" sz="2800" dirty="0"/>
              <a:t>​Pricing Inefficiencies: Asymmetric information causes buyers to overpay and independent sellers to misprice inventory without data-backed benchmarks.</a:t>
            </a:r>
            <a:br>
              <a:rPr lang="en-IN" sz="2800" dirty="0"/>
            </a:br>
            <a:endParaRPr lang="en-IN" sz="2800" dirty="0"/>
          </a:p>
          <a:p>
            <a:pPr>
              <a:lnSpc>
                <a:spcPct val="100000"/>
              </a:lnSpc>
            </a:pPr>
            <a:r>
              <a:rPr lang="en-IN" sz="2800" dirty="0"/>
              <a:t>​Core Objective: Mine historical market listings to uncover key pricing factors, identify depreciation patterns, and establish standard valuation metrics.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F738BF-F2E6-4488-B0BE-7AF36E2EB33D}"/>
              </a:ext>
            </a:extLst>
          </p:cNvPr>
          <p:cNvSpPr txBox="1"/>
          <p:nvPr/>
        </p:nvSpPr>
        <p:spPr>
          <a:xfrm>
            <a:off x="675957" y="2087959"/>
            <a:ext cx="85505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Dataset Scope: </a:t>
            </a:r>
            <a:r>
              <a:rPr lang="en-IN" dirty="0" err="1"/>
              <a:t>Analyzed</a:t>
            </a:r>
            <a:r>
              <a:rPr lang="en-IN" dirty="0"/>
              <a:t> 301 vehicle records containing 9 attributes (Showroom Price, Selling Price, Odometer </a:t>
            </a:r>
            <a:r>
              <a:rPr lang="en-IN" dirty="0" err="1"/>
              <a:t>Kilometers</a:t>
            </a:r>
            <a:r>
              <a:rPr lang="en-IN" dirty="0"/>
              <a:t>, Fuel Type, Transmission, Seller Type, and Prior Owners).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​Exploratory Data Analysis (EDA): Quantified price degradation across vehicle age groups and evaluated mileage wear-and-tear effects.</a:t>
            </a:r>
            <a:br>
              <a:rPr lang="en-IN" dirty="0"/>
            </a:br>
            <a:r>
              <a:rPr lang="en-IN" dirty="0"/>
              <a:t>​Market Segmentation: Identified pricing variances across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transmission mechanisms (Manual vs. Automatic), fuel variants (Diesel, Petrol, CNG), and sales channels (Dealer vs. Individual).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86781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/>
              <a:t>Automobile Buyers: Individual consumers seeking transparent benchmark prices to negotiate fair deals.</a:t>
            </a:r>
            <a:br>
              <a:rPr lang="en-IN" dirty="0"/>
            </a:br>
            <a:r>
              <a:rPr lang="en-IN" dirty="0"/>
              <a:t>​Dealerships &amp; Used Car Aggregators: Commercial resellers aiming to optimize listing margins, turn over inventory faster, and price cars competitively.</a:t>
            </a:r>
            <a:br>
              <a:rPr lang="en-IN" dirty="0"/>
            </a:br>
            <a:endParaRPr lang="en-IN" dirty="0"/>
          </a:p>
          <a:p>
            <a:pPr algn="just">
              <a:lnSpc>
                <a:spcPct val="100000"/>
              </a:lnSpc>
            </a:pPr>
            <a:r>
              <a:rPr lang="en-IN" dirty="0"/>
              <a:t>​Fintech &amp; Insurance Providers: Auto lenders and insurance underwriters needing accurate residual value estimates for loan-to-value (LTV) and policy calculations.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5120" y="1742191"/>
            <a:ext cx="7946359" cy="3217499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</a:pP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​Language: Python</a:t>
            </a:r>
            <a:br>
              <a:rPr lang="en-IN" sz="2400" dirty="0"/>
            </a:b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​Data Processing &amp; Analytics: Pandas, NumPy</a:t>
            </a:r>
            <a:br>
              <a:rPr lang="en-IN" sz="2400" dirty="0"/>
            </a:b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​Visualization: Matplotlib, Seaborn</a:t>
            </a:r>
            <a:br>
              <a:rPr lang="en-IN" sz="2400" dirty="0"/>
            </a:br>
            <a:r>
              <a:rPr lang="en-IN" sz="2400" dirty="0"/>
              <a:t>​Development Environment: Jupyter Notebook / VS Code</a:t>
            </a:r>
          </a:p>
          <a:p>
            <a:pPr lvl="1"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8908" y="1625165"/>
            <a:ext cx="6614800" cy="33081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3200" dirty="0"/>
              <a:t>The following screenshots present the outputs generated during the analysis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27F69-140F-68ED-BDDE-7026F5C09390}"/>
              </a:ext>
            </a:extLst>
          </p:cNvPr>
          <p:cNvSpPr txBox="1"/>
          <p:nvPr/>
        </p:nvSpPr>
        <p:spPr>
          <a:xfrm>
            <a:off x="320982" y="5436491"/>
            <a:ext cx="7605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 err="1"/>
              <a:t>Github</a:t>
            </a:r>
            <a:r>
              <a:rPr lang="en-IN" sz="2000" b="1" dirty="0"/>
              <a:t> link : </a:t>
            </a:r>
            <a:r>
              <a:rPr lang="en-IN" sz="1400" b="1" dirty="0"/>
              <a:t>https://github.com/dhanaseelan-r4/Car-Market-Trends-Analysis</a:t>
            </a:r>
            <a:endParaRPr lang="en-IN" sz="1400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89B2B9-1177-E211-60CD-50C03A6B5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1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12AB6-5D11-EC81-46E6-0D2C8555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F6499-49A8-1D6A-4E69-583C9DEB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510CDE-09C7-04AC-AE89-4B2144C5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A6222-2250-98D5-1C12-8D535140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9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6C6C6-8F16-360F-51AF-EDE9E62E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1E95B-F4E9-5BA7-8B52-400B77E7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7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9124595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28481" y="2475345"/>
            <a:ext cx="5260682" cy="2720897"/>
          </a:xfrm>
        </p:spPr>
        <p:txBody>
          <a:bodyPr>
            <a:normAutofit/>
          </a:bodyPr>
          <a:lstStyle/>
          <a:p>
            <a:r>
              <a:rPr lang="en-IN" sz="3200" dirty="0"/>
              <a:t>I appreciate your time and attention. It was a pleasure presenting this analysis.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317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Car Market Trends Analysis</vt:lpstr>
      <vt:lpstr>PROBLEM  STATEMENT</vt:lpstr>
      <vt:lpstr>Project Description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Dhanaseelan R</cp:lastModifiedBy>
  <cp:revision>77</cp:revision>
  <dcterms:created xsi:type="dcterms:W3CDTF">2021-07-11T13:13:15Z</dcterms:created>
  <dcterms:modified xsi:type="dcterms:W3CDTF">2026-08-31T05:00:58Z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